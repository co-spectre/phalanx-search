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4"/>
  </p:sldMasterIdLst>
  <p:notesMasterIdLst>
    <p:notesMasterId r:id="rId33"/>
  </p:notesMasterIdLst>
  <p:sldIdLst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5" r:id="rId30"/>
    <p:sldId id="286" r:id="rId31"/>
    <p:sldId id="287" r:id="rId32"/>
  </p:sldIdLst>
  <p:sldSz cx="9144000" cy="5143500" type="screen16x9"/>
  <p:notesSz cx="6858000" cy="9144000"/>
  <p:embeddedFontLs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Source Code Pro" panose="020B0509030403020204" pitchFamily="49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287653-918A-81BB-E969-2206DE93E95C}" v="1" dt="2025-07-25T09:44:35.952"/>
    <p1510:client id="{900C633B-11C8-4EA2-472E-A91699F8A780}" v="1" dt="2025-07-25T12:44:12.602"/>
  </p1510:revLst>
</p1510:revInfo>
</file>

<file path=ppt/tableStyles.xml><?xml version="1.0" encoding="utf-8"?>
<a:tblStyleLst xmlns:a="http://schemas.openxmlformats.org/drawingml/2006/main" def="{AF26FB34-A8C3-4050-AB15-77E2D1947B85}">
  <a:tblStyle styleId="{AF26FB34-A8C3-4050-AB15-77E2D1947B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6.fntdata"/><Relationship Id="rId21" Type="http://schemas.openxmlformats.org/officeDocument/2006/relationships/slide" Target="slides/slide17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8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pos Herrasti, Pablo" userId="S::pcamposher@constructor.university::7c724e81-de96-4f1b-872b-9287191da3d8" providerId="AD" clId="Web-{F6DF1E18-8D54-BD54-C913-20FB7B9722E3}"/>
    <pc:docChg chg="modSld">
      <pc:chgData name="Campos Herrasti, Pablo" userId="S::pcamposher@constructor.university::7c724e81-de96-4f1b-872b-9287191da3d8" providerId="AD" clId="Web-{F6DF1E18-8D54-BD54-C913-20FB7B9722E3}" dt="2025-05-28T10:51:32.622" v="0" actId="1076"/>
      <pc:docMkLst>
        <pc:docMk/>
      </pc:docMkLst>
      <pc:sldChg chg="modSp">
        <pc:chgData name="Campos Herrasti, Pablo" userId="S::pcamposher@constructor.university::7c724e81-de96-4f1b-872b-9287191da3d8" providerId="AD" clId="Web-{F6DF1E18-8D54-BD54-C913-20FB7B9722E3}" dt="2025-05-28T10:51:32.622" v="0" actId="1076"/>
        <pc:sldMkLst>
          <pc:docMk/>
          <pc:sldMk cId="0" sldId="266"/>
        </pc:sldMkLst>
      </pc:sldChg>
    </pc:docChg>
  </pc:docChgLst>
  <pc:docChgLst>
    <pc:chgData name="Onder, Sinan" userId="S::sonder@constructor.university::633e1f38-ae50-4d34-823f-80dfac31ee7a" providerId="AD" clId="Web-{804EBC81-72FB-E305-4E2E-C0D6F3A0281A}"/>
    <pc:docChg chg="modSld">
      <pc:chgData name="Onder, Sinan" userId="S::sonder@constructor.university::633e1f38-ae50-4d34-823f-80dfac31ee7a" providerId="AD" clId="Web-{804EBC81-72FB-E305-4E2E-C0D6F3A0281A}" dt="2025-07-16T12:38:55.880" v="0" actId="1076"/>
      <pc:docMkLst>
        <pc:docMk/>
      </pc:docMkLst>
      <pc:sldChg chg="modSp">
        <pc:chgData name="Onder, Sinan" userId="S::sonder@constructor.university::633e1f38-ae50-4d34-823f-80dfac31ee7a" providerId="AD" clId="Web-{804EBC81-72FB-E305-4E2E-C0D6F3A0281A}" dt="2025-07-16T12:38:55.880" v="0" actId="1076"/>
        <pc:sldMkLst>
          <pc:docMk/>
          <pc:sldMk cId="0" sldId="264"/>
        </pc:sldMkLst>
        <pc:picChg chg="mod">
          <ac:chgData name="Onder, Sinan" userId="S::sonder@constructor.university::633e1f38-ae50-4d34-823f-80dfac31ee7a" providerId="AD" clId="Web-{804EBC81-72FB-E305-4E2E-C0D6F3A0281A}" dt="2025-07-16T12:38:55.880" v="0" actId="1076"/>
          <ac:picMkLst>
            <pc:docMk/>
            <pc:sldMk cId="0" sldId="264"/>
            <ac:picMk id="126" creationId="{00000000-0000-0000-0000-000000000000}"/>
          </ac:picMkLst>
        </pc:picChg>
      </pc:sldChg>
    </pc:docChg>
  </pc:docChgLst>
  <pc:docChgLst>
    <pc:chgData name="Campos Herrasti, Pablo" userId="S::pcamposher@constructor.university::7c724e81-de96-4f1b-872b-9287191da3d8" providerId="AD" clId="Web-{EA3196A5-D8AA-FDA4-9FB4-2277DC01031A}"/>
    <pc:docChg chg="modSld">
      <pc:chgData name="Campos Herrasti, Pablo" userId="S::pcamposher@constructor.university::7c724e81-de96-4f1b-872b-9287191da3d8" providerId="AD" clId="Web-{EA3196A5-D8AA-FDA4-9FB4-2277DC01031A}" dt="2025-05-28T15:42:07.654" v="0" actId="1076"/>
      <pc:docMkLst>
        <pc:docMk/>
      </pc:docMkLst>
      <pc:sldChg chg="modSp">
        <pc:chgData name="Campos Herrasti, Pablo" userId="S::pcamposher@constructor.university::7c724e81-de96-4f1b-872b-9287191da3d8" providerId="AD" clId="Web-{EA3196A5-D8AA-FDA4-9FB4-2277DC01031A}" dt="2025-05-28T15:42:07.654" v="0" actId="1076"/>
        <pc:sldMkLst>
          <pc:docMk/>
          <pc:sldMk cId="0" sldId="266"/>
        </pc:sldMkLst>
      </pc:sldChg>
    </pc:docChg>
  </pc:docChgLst>
  <pc:docChgLst>
    <pc:chgData name="Venkataramanaiah, Thushar" userId="S::tvenkatara@constructor.university::17bfdec8-bcfc-4db6-ae64-856e2186f67e" providerId="AD" clId="Web-{C7635ECA-6AFF-28B9-9254-D89B66A1081F}"/>
    <pc:docChg chg="modSld">
      <pc:chgData name="Venkataramanaiah, Thushar" userId="S::tvenkatara@constructor.university::17bfdec8-bcfc-4db6-ae64-856e2186f67e" providerId="AD" clId="Web-{C7635ECA-6AFF-28B9-9254-D89B66A1081F}" dt="2025-04-22T08:29:04.576" v="0" actId="1076"/>
      <pc:docMkLst>
        <pc:docMk/>
      </pc:docMkLst>
      <pc:sldChg chg="modSp">
        <pc:chgData name="Venkataramanaiah, Thushar" userId="S::tvenkatara@constructor.university::17bfdec8-bcfc-4db6-ae64-856e2186f67e" providerId="AD" clId="Web-{C7635ECA-6AFF-28B9-9254-D89B66A1081F}" dt="2025-04-22T08:29:04.576" v="0" actId="1076"/>
        <pc:sldMkLst>
          <pc:docMk/>
          <pc:sldMk cId="0" sldId="257"/>
        </pc:sldMkLst>
      </pc:sldChg>
    </pc:docChg>
  </pc:docChgLst>
  <pc:docChgLst>
    <pc:chgData name="Okumus, Kaan" userId="S::kokumus@constructor.university::d4aa9955-3feb-4ae4-8d05-9f39720c3df0" providerId="AD" clId="Web-{C4BB2AAD-1DAB-5D10-73A4-8541B2D082FD}"/>
    <pc:docChg chg="delSld">
      <pc:chgData name="Okumus, Kaan" userId="S::kokumus@constructor.university::d4aa9955-3feb-4ae4-8d05-9f39720c3df0" providerId="AD" clId="Web-{C4BB2AAD-1DAB-5D10-73A4-8541B2D082FD}" dt="2025-05-28T16:20:22.928" v="5"/>
      <pc:docMkLst>
        <pc:docMk/>
      </pc:docMkLst>
      <pc:sldChg chg="del">
        <pc:chgData name="Okumus, Kaan" userId="S::kokumus@constructor.university::d4aa9955-3feb-4ae4-8d05-9f39720c3df0" providerId="AD" clId="Web-{C4BB2AAD-1DAB-5D10-73A4-8541B2D082FD}" dt="2025-05-28T16:19:48.755" v="0"/>
        <pc:sldMkLst>
          <pc:docMk/>
          <pc:sldMk cId="0" sldId="257"/>
        </pc:sldMkLst>
      </pc:sldChg>
      <pc:sldChg chg="del">
        <pc:chgData name="Okumus, Kaan" userId="S::kokumus@constructor.university::d4aa9955-3feb-4ae4-8d05-9f39720c3df0" providerId="AD" clId="Web-{C4BB2AAD-1DAB-5D10-73A4-8541B2D082FD}" dt="2025-05-28T16:20:10.709" v="1"/>
        <pc:sldMkLst>
          <pc:docMk/>
          <pc:sldMk cId="0" sldId="283"/>
        </pc:sldMkLst>
      </pc:sldChg>
      <pc:sldChg chg="del">
        <pc:chgData name="Okumus, Kaan" userId="S::kokumus@constructor.university::d4aa9955-3feb-4ae4-8d05-9f39720c3df0" providerId="AD" clId="Web-{C4BB2AAD-1DAB-5D10-73A4-8541B2D082FD}" dt="2025-05-28T16:20:14.709" v="2"/>
        <pc:sldMkLst>
          <pc:docMk/>
          <pc:sldMk cId="0" sldId="284"/>
        </pc:sldMkLst>
      </pc:sldChg>
      <pc:sldChg chg="del">
        <pc:chgData name="Okumus, Kaan" userId="S::kokumus@constructor.university::d4aa9955-3feb-4ae4-8d05-9f39720c3df0" providerId="AD" clId="Web-{C4BB2AAD-1DAB-5D10-73A4-8541B2D082FD}" dt="2025-05-28T16:20:21.038" v="3"/>
        <pc:sldMkLst>
          <pc:docMk/>
          <pc:sldMk cId="0" sldId="288"/>
        </pc:sldMkLst>
      </pc:sldChg>
      <pc:sldChg chg="del">
        <pc:chgData name="Okumus, Kaan" userId="S::kokumus@constructor.university::d4aa9955-3feb-4ae4-8d05-9f39720c3df0" providerId="AD" clId="Web-{C4BB2AAD-1DAB-5D10-73A4-8541B2D082FD}" dt="2025-05-28T16:20:22.928" v="5"/>
        <pc:sldMkLst>
          <pc:docMk/>
          <pc:sldMk cId="0" sldId="289"/>
        </pc:sldMkLst>
      </pc:sldChg>
      <pc:sldChg chg="del">
        <pc:chgData name="Okumus, Kaan" userId="S::kokumus@constructor.university::d4aa9955-3feb-4ae4-8d05-9f39720c3df0" providerId="AD" clId="Web-{C4BB2AAD-1DAB-5D10-73A4-8541B2D082FD}" dt="2025-05-28T16:20:21.835" v="4"/>
        <pc:sldMkLst>
          <pc:docMk/>
          <pc:sldMk cId="0" sldId="290"/>
        </pc:sldMkLst>
      </pc:sldChg>
    </pc:docChg>
  </pc:docChgLst>
  <pc:docChgLst>
    <pc:chgData name="Onder, Sinan" userId="S::sonder@constructor.university::633e1f38-ae50-4d34-823f-80dfac31ee7a" providerId="AD" clId="Web-{900C633B-11C8-4EA2-472E-A91699F8A780}"/>
    <pc:docChg chg="sldOrd">
      <pc:chgData name="Onder, Sinan" userId="S::sonder@constructor.university::633e1f38-ae50-4d34-823f-80dfac31ee7a" providerId="AD" clId="Web-{900C633B-11C8-4EA2-472E-A91699F8A780}" dt="2025-07-25T12:44:12.602" v="0"/>
      <pc:docMkLst>
        <pc:docMk/>
      </pc:docMkLst>
      <pc:sldChg chg="ord">
        <pc:chgData name="Onder, Sinan" userId="S::sonder@constructor.university::633e1f38-ae50-4d34-823f-80dfac31ee7a" providerId="AD" clId="Web-{900C633B-11C8-4EA2-472E-A91699F8A780}" dt="2025-07-25T12:44:12.602" v="0"/>
        <pc:sldMkLst>
          <pc:docMk/>
          <pc:sldMk cId="0" sldId="263"/>
        </pc:sldMkLst>
      </pc:sldChg>
    </pc:docChg>
  </pc:docChgLst>
  <pc:docChgLst>
    <pc:chgData name="Onder, Sinan" userId="S::sonder@constructor.university::633e1f38-ae50-4d34-823f-80dfac31ee7a" providerId="AD" clId="Web-{0D287653-918A-81BB-E969-2206DE93E95C}"/>
    <pc:docChg chg="modSld">
      <pc:chgData name="Onder, Sinan" userId="S::sonder@constructor.university::633e1f38-ae50-4d34-823f-80dfac31ee7a" providerId="AD" clId="Web-{0D287653-918A-81BB-E969-2206DE93E95C}" dt="2025-07-25T09:44:35.952" v="0" actId="1076"/>
      <pc:docMkLst>
        <pc:docMk/>
      </pc:docMkLst>
      <pc:sldChg chg="modSp">
        <pc:chgData name="Onder, Sinan" userId="S::sonder@constructor.university::633e1f38-ae50-4d34-823f-80dfac31ee7a" providerId="AD" clId="Web-{0D287653-918A-81BB-E969-2206DE93E95C}" dt="2025-07-25T09:44:35.952" v="0" actId="1076"/>
        <pc:sldMkLst>
          <pc:docMk/>
          <pc:sldMk cId="0" sldId="268"/>
        </pc:sldMkLst>
        <pc:picChg chg="mod">
          <ac:chgData name="Onder, Sinan" userId="S::sonder@constructor.university::633e1f38-ae50-4d34-823f-80dfac31ee7a" providerId="AD" clId="Web-{0D287653-918A-81BB-E969-2206DE93E95C}" dt="2025-07-25T09:44:35.952" v="0" actId="1076"/>
          <ac:picMkLst>
            <pc:docMk/>
            <pc:sldMk cId="0" sldId="268"/>
            <ac:picMk id="157" creationId="{00000000-0000-0000-0000-000000000000}"/>
          </ac:picMkLst>
        </pc:picChg>
      </pc:sldChg>
    </pc:docChg>
  </pc:docChgLst>
  <pc:docChgLst>
    <pc:chgData name="Znaien, Mohamed" userId="S::mznaien@constructor.university::9b4bf3b8-506b-408f-aabf-616da08d311f" providerId="AD" clId="Web-{746BE6F2-9B51-666F-8317-5A57A7344018}"/>
    <pc:docChg chg="modSld">
      <pc:chgData name="Znaien, Mohamed" userId="S::mznaien@constructor.university::9b4bf3b8-506b-408f-aabf-616da08d311f" providerId="AD" clId="Web-{746BE6F2-9B51-666F-8317-5A57A7344018}" dt="2025-03-04T12:37:21.479" v="1" actId="1076"/>
      <pc:docMkLst>
        <pc:docMk/>
      </pc:docMkLst>
      <pc:sldChg chg="modSp">
        <pc:chgData name="Znaien, Mohamed" userId="S::mznaien@constructor.university::9b4bf3b8-506b-408f-aabf-616da08d311f" providerId="AD" clId="Web-{746BE6F2-9B51-666F-8317-5A57A7344018}" dt="2025-03-04T12:20:40.427" v="0" actId="1076"/>
        <pc:sldMkLst>
          <pc:docMk/>
          <pc:sldMk cId="0" sldId="267"/>
        </pc:sldMkLst>
      </pc:sldChg>
      <pc:sldChg chg="modSp">
        <pc:chgData name="Znaien, Mohamed" userId="S::mznaien@constructor.university::9b4bf3b8-506b-408f-aabf-616da08d311f" providerId="AD" clId="Web-{746BE6F2-9B51-666F-8317-5A57A7344018}" dt="2025-03-04T12:37:21.479" v="1" actId="1076"/>
        <pc:sldMkLst>
          <pc:docMk/>
          <pc:sldMk cId="0" sldId="282"/>
        </pc:sldMkLst>
      </pc:sldChg>
    </pc:docChg>
  </pc:docChgLst>
  <pc:docChgLst>
    <pc:chgData name="Campos Herrasti, Pablo" userId="S::pcamposher@constructor.university::7c724e81-de96-4f1b-872b-9287191da3d8" providerId="AD" clId="Web-{529FDD69-371B-370A-B948-7F4B0C51A093}"/>
    <pc:docChg chg="modSld">
      <pc:chgData name="Campos Herrasti, Pablo" userId="S::pcamposher@constructor.university::7c724e81-de96-4f1b-872b-9287191da3d8" providerId="AD" clId="Web-{529FDD69-371B-370A-B948-7F4B0C51A093}" dt="2025-05-29T13:02:57.663" v="1" actId="1076"/>
      <pc:docMkLst>
        <pc:docMk/>
      </pc:docMkLst>
      <pc:sldChg chg="modSp">
        <pc:chgData name="Campos Herrasti, Pablo" userId="S::pcamposher@constructor.university::7c724e81-de96-4f1b-872b-9287191da3d8" providerId="AD" clId="Web-{529FDD69-371B-370A-B948-7F4B0C51A093}" dt="2025-05-29T13:02:57.663" v="1" actId="1076"/>
        <pc:sldMkLst>
          <pc:docMk/>
          <pc:sldMk cId="0" sldId="273"/>
        </pc:sldMkLst>
      </pc:sldChg>
    </pc:docChg>
  </pc:docChgLst>
  <pc:docChgLst>
    <pc:chgData name="Gherasim, Mihnea" userId="S::mgherasim@constructor.university::02a3562b-cf02-4644-805f-670c09af96c7" providerId="AD" clId="Web-{2186A6AE-B8F7-F3D7-AC7F-55A2BCD830C1}"/>
    <pc:docChg chg="modSld">
      <pc:chgData name="Gherasim, Mihnea" userId="S::mgherasim@constructor.university::02a3562b-cf02-4644-805f-670c09af96c7" providerId="AD" clId="Web-{2186A6AE-B8F7-F3D7-AC7F-55A2BCD830C1}" dt="2025-02-25T11:09:49.348" v="4"/>
      <pc:docMkLst>
        <pc:docMk/>
      </pc:docMkLst>
      <pc:sldChg chg="addSp delSp">
        <pc:chgData name="Gherasim, Mihnea" userId="S::mgherasim@constructor.university::02a3562b-cf02-4644-805f-670c09af96c7" providerId="AD" clId="Web-{2186A6AE-B8F7-F3D7-AC7F-55A2BCD830C1}" dt="2025-02-25T11:09:49.348" v="4"/>
        <pc:sldMkLst>
          <pc:docMk/>
          <pc:sldMk cId="0" sldId="276"/>
        </pc:sldMkLst>
      </pc:sldChg>
      <pc:sldChg chg="modSp">
        <pc:chgData name="Gherasim, Mihnea" userId="S::mgherasim@constructor.university::02a3562b-cf02-4644-805f-670c09af96c7" providerId="AD" clId="Web-{2186A6AE-B8F7-F3D7-AC7F-55A2BCD830C1}" dt="2025-02-25T11:09:46.520" v="2" actId="20577"/>
        <pc:sldMkLst>
          <pc:docMk/>
          <pc:sldMk cId="0" sldId="290"/>
        </pc:sldMkLst>
      </pc:sldChg>
    </pc:docChg>
  </pc:docChgLst>
  <pc:docChgLst>
    <pc:chgData clId="Web-{C4BB2AAD-1DAB-5D10-73A4-8541B2D082FD}"/>
    <pc:docChg chg="delSld">
      <pc:chgData name="" userId="" providerId="" clId="Web-{C4BB2AAD-1DAB-5D10-73A4-8541B2D082FD}" dt="2025-05-28T16:19:43.646" v="0"/>
      <pc:docMkLst>
        <pc:docMk/>
      </pc:docMkLst>
      <pc:sldChg chg="del">
        <pc:chgData name="" userId="" providerId="" clId="Web-{C4BB2AAD-1DAB-5D10-73A4-8541B2D082FD}" dt="2025-05-28T16:19:43.646" v="0"/>
        <pc:sldMkLst>
          <pc:docMk/>
          <pc:sldMk cId="0" sldId="256"/>
        </pc:sldMkLst>
      </pc:sldChg>
    </pc:docChg>
  </pc:docChgLst>
  <pc:docChgLst>
    <pc:chgData name="Onder, Sinan" userId="S::sonder@constructor.university::633e1f38-ae50-4d34-823f-80dfac31ee7a" providerId="AD" clId="Web-{D010B5BA-D636-6100-40A4-A429C8414DAA}"/>
    <pc:docChg chg="modSld">
      <pc:chgData name="Onder, Sinan" userId="S::sonder@constructor.university::633e1f38-ae50-4d34-823f-80dfac31ee7a" providerId="AD" clId="Web-{D010B5BA-D636-6100-40A4-A429C8414DAA}" dt="2025-07-15T11:48:22.991" v="15" actId="1076"/>
      <pc:docMkLst>
        <pc:docMk/>
      </pc:docMkLst>
      <pc:sldChg chg="modSp">
        <pc:chgData name="Onder, Sinan" userId="S::sonder@constructor.university::633e1f38-ae50-4d34-823f-80dfac31ee7a" providerId="AD" clId="Web-{D010B5BA-D636-6100-40A4-A429C8414DAA}" dt="2025-07-15T11:32:56.508" v="5" actId="1076"/>
        <pc:sldMkLst>
          <pc:docMk/>
          <pc:sldMk cId="0" sldId="260"/>
        </pc:sldMkLst>
        <pc:picChg chg="mod">
          <ac:chgData name="Onder, Sinan" userId="S::sonder@constructor.university::633e1f38-ae50-4d34-823f-80dfac31ee7a" providerId="AD" clId="Web-{D010B5BA-D636-6100-40A4-A429C8414DAA}" dt="2025-07-15T11:32:56.508" v="5" actId="1076"/>
          <ac:picMkLst>
            <pc:docMk/>
            <pc:sldMk cId="0" sldId="260"/>
            <ac:picMk id="94" creationId="{00000000-0000-0000-0000-000000000000}"/>
          </ac:picMkLst>
        </pc:picChg>
      </pc:sldChg>
      <pc:sldChg chg="addSp delSp modSp">
        <pc:chgData name="Onder, Sinan" userId="S::sonder@constructor.university::633e1f38-ae50-4d34-823f-80dfac31ee7a" providerId="AD" clId="Web-{D010B5BA-D636-6100-40A4-A429C8414DAA}" dt="2025-07-15T11:48:22.991" v="15" actId="1076"/>
        <pc:sldMkLst>
          <pc:docMk/>
          <pc:sldMk cId="0" sldId="264"/>
        </pc:sldMkLst>
        <pc:picChg chg="add del mod">
          <ac:chgData name="Onder, Sinan" userId="S::sonder@constructor.university::633e1f38-ae50-4d34-823f-80dfac31ee7a" providerId="AD" clId="Web-{D010B5BA-D636-6100-40A4-A429C8414DAA}" dt="2025-07-15T11:48:22.991" v="15" actId="1076"/>
          <ac:picMkLst>
            <pc:docMk/>
            <pc:sldMk cId="0" sldId="264"/>
            <ac:picMk id="126" creationId="{00000000-0000-0000-0000-000000000000}"/>
          </ac:picMkLst>
        </pc:picChg>
      </pc:sldChg>
    </pc:docChg>
  </pc:docChgLst>
  <pc:docChgLst>
    <pc:chgData name="Lassioued, Balssem" userId="S::blassioued@constructor.university::30e5b1f5-553e-4a26-bded-ec876119f1d9" providerId="AD" clId="Web-{6E799807-652B-4D5B-5814-F4D27DDB38D4}"/>
    <pc:docChg chg="modSld">
      <pc:chgData name="Lassioued, Balssem" userId="S::blassioued@constructor.university::30e5b1f5-553e-4a26-bded-ec876119f1d9" providerId="AD" clId="Web-{6E799807-652B-4D5B-5814-F4D27DDB38D4}" dt="2025-03-23T22:45:20.889" v="0" actId="1076"/>
      <pc:docMkLst>
        <pc:docMk/>
      </pc:docMkLst>
      <pc:sldChg chg="modSp">
        <pc:chgData name="Lassioued, Balssem" userId="S::blassioued@constructor.university::30e5b1f5-553e-4a26-bded-ec876119f1d9" providerId="AD" clId="Web-{6E799807-652B-4D5B-5814-F4D27DDB38D4}" dt="2025-03-23T22:45:20.889" v="0" actId="1076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b030733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eb030733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b0307330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b0307330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2dca99a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2dca99a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b03073300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b03073300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ec2a187822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ec2a187822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c2a187822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ec2a187822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c2a187822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ec2a187822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ec2a187822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ec2a187822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ec2a187822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ec2a187822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ec2a187822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ec2a187822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ec2a187822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ec2a187822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ec2a187822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ec2a187822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Arity</a:t>
            </a:r>
            <a:r>
              <a:rPr lang="en"/>
              <a:t> is the number of arguments or operands taken by a function,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c2a187822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ec2a187822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Prefix adder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c2a187822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ec2a187822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c2a18782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ec2a18782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c2a187822_0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ec2a187822_0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c2a187822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ec2a187822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c2a187822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ec2a187822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ec2a187822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ec2a187822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c2a187822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ec2a187822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ec2a187822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ec2a187822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ec2a187822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ec2a187822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ec2a187822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ec2a187822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c2a187822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ec2a187822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result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result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ec2a187822_0_3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ec2a187822_0_3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ec2a187822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ec2a187822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c2a187822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2ec2a187822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ec2a187822_0_4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ec2a187822_0_4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sz="21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4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sz="24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each-day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sz="4200" b="1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04300" y="0"/>
            <a:ext cx="53397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ogic.ly/dem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logic.ly/demo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get back to what's most important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13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was the computer invented for? What did people want?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6729249" y="3201575"/>
            <a:ext cx="2414751" cy="194192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we need to learn how to perform arithmetic operations</a:t>
            </a: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What's the most basic one to start with?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Decimal ↔ binary conversions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0050" y="1093850"/>
            <a:ext cx="5983908" cy="404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Addition</a:t>
            </a: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Computers represent integers using a fixed number of bits.</a:t>
            </a:r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62083"/>
            <a:ext cx="8839204" cy="2511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Overflow, Carry (out, in)</a:t>
            </a:r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9923" y="2156850"/>
            <a:ext cx="6484176" cy="261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What should we do with overflow? Is it bad?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Half Adder</a:t>
            </a:r>
            <a:endParaRPr/>
          </a:p>
        </p:txBody>
      </p:sp>
      <p:sp>
        <p:nvSpPr>
          <p:cNvPr id="123" name="Google Shape;123;p21"/>
          <p:cNvSpPr txBox="1">
            <a:spLocks noGrp="1"/>
          </p:cNvSpPr>
          <p:nvPr>
            <p:ph type="body" idx="1"/>
          </p:nvPr>
        </p:nvSpPr>
        <p:spPr>
          <a:xfrm>
            <a:off x="4572013" y="2820925"/>
            <a:ext cx="4260300" cy="223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A+B == A </a:t>
            </a:r>
            <a:r>
              <a:rPr lang="en" sz="1500" b="1">
                <a:solidFill>
                  <a:srgbClr val="000000"/>
                </a:solidFill>
              </a:rPr>
              <a:t>OR</a:t>
            </a:r>
            <a:r>
              <a:rPr lang="en" sz="1500">
                <a:solidFill>
                  <a:srgbClr val="000000"/>
                </a:solidFill>
              </a:rPr>
              <a:t> B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</a:rPr>
              <a:t>AB == A </a:t>
            </a:r>
            <a:r>
              <a:rPr lang="en" sz="1500" b="1">
                <a:solidFill>
                  <a:srgbClr val="000000"/>
                </a:solidFill>
              </a:rPr>
              <a:t>AND</a:t>
            </a:r>
            <a:r>
              <a:rPr lang="en" sz="1500">
                <a:solidFill>
                  <a:srgbClr val="000000"/>
                </a:solidFill>
              </a:rPr>
              <a:t> B</a:t>
            </a:r>
            <a:br>
              <a:rPr lang="en" sz="1500">
                <a:solidFill>
                  <a:srgbClr val="000000"/>
                </a:solidFill>
              </a:rPr>
            </a:br>
            <a:r>
              <a:rPr lang="en" sz="1500">
                <a:solidFill>
                  <a:srgbClr val="000000"/>
                </a:solidFill>
              </a:rPr>
              <a:t>A⊕B == A </a:t>
            </a:r>
            <a:r>
              <a:rPr lang="en" sz="1500" b="1">
                <a:solidFill>
                  <a:srgbClr val="000000"/>
                </a:solidFill>
              </a:rPr>
              <a:t>XOR</a:t>
            </a:r>
            <a:r>
              <a:rPr lang="en" sz="1500">
                <a:solidFill>
                  <a:srgbClr val="000000"/>
                </a:solidFill>
              </a:rPr>
              <a:t> B</a:t>
            </a:r>
            <a:endParaRPr sz="15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Why is it </a:t>
            </a:r>
            <a:r>
              <a:rPr lang="en" b="1"/>
              <a:t>half</a:t>
            </a:r>
            <a:r>
              <a:rPr lang="en"/>
              <a:t> adder?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 should be build next?</a:t>
            </a:r>
            <a:endParaRPr/>
          </a:p>
        </p:txBody>
      </p:sp>
      <p:sp>
        <p:nvSpPr>
          <p:cNvPr id="124" name="Google Shape;12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3050" y="1093850"/>
            <a:ext cx="2566437" cy="404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7138" y="294137"/>
            <a:ext cx="3837675" cy="243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solve the problem one step by step</a:t>
            </a:r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find the sum of only two bits?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 to calculate whether the carry has occurred?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logic gates do we need for it?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Let’s try: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https://logic.ly/demo/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Adder!</a:t>
            </a:r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 rotWithShape="1">
          <a:blip r:embed="rId3">
            <a:alphaModFix/>
          </a:blip>
          <a:srcRect b="15796"/>
          <a:stretch/>
        </p:blipFill>
        <p:spPr>
          <a:xfrm>
            <a:off x="951725" y="1093850"/>
            <a:ext cx="2118450" cy="315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Adder: can we reuse smth?</a:t>
            </a:r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40" name="Google Shape;14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0287" y="1179575"/>
            <a:ext cx="2118450" cy="374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3"/>
          <p:cNvSpPr txBox="1">
            <a:spLocks noGrp="1"/>
          </p:cNvSpPr>
          <p:nvPr>
            <p:ph type="body" idx="1"/>
          </p:nvPr>
        </p:nvSpPr>
        <p:spPr>
          <a:xfrm>
            <a:off x="4572025" y="1312125"/>
            <a:ext cx="4260300" cy="37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formulas look good, but is there any way to reuse what we've already done?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Let’s try: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https://logic.ly/demo/</a:t>
            </a:r>
            <a:r>
              <a:rPr lang="en"/>
              <a:t> 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Adder scheme</a:t>
            </a:r>
            <a:endParaRPr/>
          </a:p>
        </p:txBody>
      </p:sp>
      <p:sp>
        <p:nvSpPr>
          <p:cNvPr id="147" name="Google Shape;14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75" y="1246250"/>
            <a:ext cx="8167660" cy="354059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/>
          <p:nvPr/>
        </p:nvSpPr>
        <p:spPr>
          <a:xfrm>
            <a:off x="2986625" y="3237025"/>
            <a:ext cx="1289100" cy="1426200"/>
          </a:xfrm>
          <a:prstGeom prst="roundRect">
            <a:avLst>
              <a:gd name="adj" fmla="val 16667"/>
            </a:avLst>
          </a:prstGeom>
          <a:solidFill>
            <a:srgbClr val="00FFCA">
              <a:alpha val="18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4"/>
          <p:cNvSpPr/>
          <p:nvPr/>
        </p:nvSpPr>
        <p:spPr>
          <a:xfrm>
            <a:off x="4433800" y="2179453"/>
            <a:ext cx="1289100" cy="1426200"/>
          </a:xfrm>
          <a:prstGeom prst="roundRect">
            <a:avLst>
              <a:gd name="adj" fmla="val 16667"/>
            </a:avLst>
          </a:prstGeom>
          <a:solidFill>
            <a:srgbClr val="00FFCA">
              <a:alpha val="18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about the case of more bits?</a:t>
            </a:r>
            <a:endParaRPr/>
          </a:p>
        </p:txBody>
      </p:sp>
      <p:sp>
        <p:nvSpPr>
          <p:cNvPr id="156" name="Google Shape;156;p25"/>
          <p:cNvSpPr txBox="1">
            <a:spLocks noGrp="1"/>
          </p:cNvSpPr>
          <p:nvPr>
            <p:ph type="body" idx="1"/>
          </p:nvPr>
        </p:nvSpPr>
        <p:spPr>
          <a:xfrm>
            <a:off x="311700" y="1693150"/>
            <a:ext cx="8520600" cy="28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to sum numbers if they consist of more than one bit?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Numbers that are how many bits long should be summed by the processor? (machine word size)</a:t>
            </a:r>
            <a:endParaRPr/>
          </a:p>
        </p:txBody>
      </p:sp>
      <p:pic>
        <p:nvPicPr>
          <p:cNvPr id="157" name="Google Shape;15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269" y="391009"/>
            <a:ext cx="4071649" cy="115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Carry propagate adder (Ripple-Carry Adder)</a:t>
            </a:r>
            <a:endParaRPr/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25" y="1272363"/>
            <a:ext cx="7719953" cy="180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57172" y="3334125"/>
            <a:ext cx="2229650" cy="180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6"/>
          <p:cNvSpPr txBox="1"/>
          <p:nvPr/>
        </p:nvSpPr>
        <p:spPr>
          <a:xfrm>
            <a:off x="373825" y="4255700"/>
            <a:ext cx="1725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Lato"/>
                <a:ea typeface="Lato"/>
                <a:cs typeface="Lato"/>
                <a:sym typeface="Lato"/>
              </a:rPr>
              <a:t>Who sees the problem?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We're not going to die in optimisations!</a:t>
            </a:r>
            <a:endParaRPr/>
          </a:p>
        </p:txBody>
      </p:sp>
      <p:sp>
        <p:nvSpPr>
          <p:cNvPr id="173" name="Google Shape;173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74" name="Google Shape;174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700" y="1731638"/>
            <a:ext cx="4888726" cy="287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64750" y="2115875"/>
            <a:ext cx="3522350" cy="21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 txBox="1">
            <a:spLocks noGrp="1"/>
          </p:cNvSpPr>
          <p:nvPr>
            <p:ph type="body" idx="1"/>
          </p:nvPr>
        </p:nvSpPr>
        <p:spPr>
          <a:xfrm>
            <a:off x="311700" y="1131150"/>
            <a:ext cx="8520600" cy="3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the engineers did 💪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Subtraction</a:t>
            </a:r>
            <a:endParaRPr/>
          </a:p>
        </p:txBody>
      </p:sp>
      <p:sp>
        <p:nvSpPr>
          <p:cNvPr id="182" name="Google Shape;182;p28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Ok, carry propagate adder is fine for our first processor. But what about subtraction?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would you store a negative number in binary form?</a:t>
            </a:r>
            <a:endParaRPr/>
          </a:p>
        </p:txBody>
      </p:sp>
      <p:sp>
        <p:nvSpPr>
          <p:cNvPr id="183" name="Google Shape;183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Two's complement</a:t>
            </a:r>
            <a:endParaRPr/>
          </a:p>
        </p:txBody>
      </p:sp>
      <p:graphicFrame>
        <p:nvGraphicFramePr>
          <p:cNvPr id="189" name="Google Shape;189;p29"/>
          <p:cNvGraphicFramePr/>
          <p:nvPr/>
        </p:nvGraphicFramePr>
        <p:xfrm>
          <a:off x="570975" y="1127850"/>
          <a:ext cx="3908850" cy="2601647"/>
        </p:xfrm>
        <a:graphic>
          <a:graphicData uri="http://schemas.openxmlformats.org/drawingml/2006/table">
            <a:tbl>
              <a:tblPr>
                <a:noFill/>
                <a:tableStyleId>{AF26FB34-A8C3-4050-AB15-77E2D1947B85}</a:tableStyleId>
              </a:tblPr>
              <a:tblGrid>
                <a:gridCol w="110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1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 b="1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Bits</a:t>
                      </a:r>
                      <a:endParaRPr sz="1050" b="1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200025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 b="1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Unsigned value</a:t>
                      </a:r>
                      <a:endParaRPr sz="1050" b="1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200025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 b="1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Signed value</a:t>
                      </a:r>
                      <a:br>
                        <a:rPr lang="en" sz="1050" b="1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</a:br>
                      <a:r>
                        <a:rPr lang="en" sz="1050" b="1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(Two's complement)</a:t>
                      </a:r>
                      <a:endParaRPr sz="1050" b="1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200025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0000 0000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0000 0001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0000 0010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0111 1110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126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126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0111 1111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127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127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1000 0000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128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−128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1000 0001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129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−127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1000 0010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−126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1111 1110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254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−2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3075"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1111 1111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255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6350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n" sz="1050">
                          <a:solidFill>
                            <a:srgbClr val="202122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−1</a:t>
                      </a:r>
                      <a:endParaRPr sz="1050">
                        <a:solidFill>
                          <a:srgbClr val="202122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53350" marR="53350" marT="26675" marB="26675">
                    <a:lnL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2A9B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0" name="Google Shape;190;p29"/>
          <p:cNvSpPr txBox="1"/>
          <p:nvPr/>
        </p:nvSpPr>
        <p:spPr>
          <a:xfrm>
            <a:off x="5437625" y="1093850"/>
            <a:ext cx="320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How do make two's complement?</a:t>
            </a:r>
            <a:endParaRPr b="1"/>
          </a:p>
        </p:txBody>
      </p:sp>
      <p:sp>
        <p:nvSpPr>
          <p:cNvPr id="191" name="Google Shape;1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Subtractor</a:t>
            </a:r>
            <a:endParaRPr/>
          </a:p>
        </p:txBody>
      </p:sp>
      <p:pic>
        <p:nvPicPr>
          <p:cNvPr id="197" name="Google Shape;19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700" y="1178950"/>
            <a:ext cx="2762075" cy="37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16275" y="1172300"/>
            <a:ext cx="2435903" cy="37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Multiplication and division</a:t>
            </a:r>
            <a:endParaRPr/>
          </a:p>
        </p:txBody>
      </p:sp>
      <p:sp>
        <p:nvSpPr>
          <p:cNvPr id="205" name="Google Shape;205;p31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perform multiplication and division in a naive way? (We will not implement it in hardware)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How to perform comparison?</a:t>
            </a:r>
            <a:endParaRPr/>
          </a:p>
        </p:txBody>
      </p:sp>
      <p:sp>
        <p:nvSpPr>
          <p:cNvPr id="206" name="Google Shape;206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bunch of stuff for addition, AND, OR, is cool…</a:t>
            </a:r>
            <a:endParaRPr/>
          </a:p>
        </p:txBody>
      </p:sp>
      <p:sp>
        <p:nvSpPr>
          <p:cNvPr id="212" name="Google Shape;212;p32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it can't be operated. We need to put everything into one module that will perform arithmetic-logic operations. ALU!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Let's assume the design of its interface:</a:t>
            </a:r>
            <a:endParaRPr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What will be input? What will be output?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213" name="Google Shape;213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</a:t>
            </a:r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220" name="Google Shape;22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4088" y="1246250"/>
            <a:ext cx="4775820" cy="37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Reality</a:t>
            </a:r>
            <a:endParaRPr/>
          </a:p>
        </p:txBody>
      </p:sp>
      <p:sp>
        <p:nvSpPr>
          <p:cNvPr id="226" name="Google Shape;22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227" name="Google Shape;22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0988" y="1066325"/>
            <a:ext cx="4316826" cy="316277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4"/>
          <p:cNvSpPr txBox="1">
            <a:spLocks noGrp="1"/>
          </p:cNvSpPr>
          <p:nvPr>
            <p:ph type="body" idx="1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ideas: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are these inputs?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 are these outputs?!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values</a:t>
            </a:r>
            <a:endParaRPr/>
          </a:p>
        </p:txBody>
      </p:sp>
      <p:sp>
        <p:nvSpPr>
          <p:cNvPr id="234" name="Google Shape;2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235" name="Google Shape;23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6250"/>
            <a:ext cx="5147442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 value</a:t>
            </a:r>
            <a:endParaRPr/>
          </a:p>
        </p:txBody>
      </p:sp>
      <p:sp>
        <p:nvSpPr>
          <p:cNvPr id="241" name="Google Shape;241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242" name="Google Shape;2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6250"/>
            <a:ext cx="5479089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</a:t>
            </a:r>
            <a:endParaRPr/>
          </a:p>
        </p:txBody>
      </p:sp>
      <p:sp>
        <p:nvSpPr>
          <p:cNvPr id="248" name="Google Shape;248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249" name="Google Shape;249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200" y="1394000"/>
            <a:ext cx="6723948" cy="374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8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Flags</a:t>
            </a:r>
            <a:endParaRPr/>
          </a:p>
        </p:txBody>
      </p:sp>
      <p:sp>
        <p:nvSpPr>
          <p:cNvPr id="255" name="Google Shape;25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256" name="Google Shape;2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6250"/>
            <a:ext cx="5293523" cy="374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000" y="427918"/>
            <a:ext cx="8083999" cy="4724876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39"/>
          <p:cNvSpPr txBox="1">
            <a:spLocks noGrp="1"/>
          </p:cNvSpPr>
          <p:nvPr>
            <p:ph type="title"/>
          </p:nvPr>
        </p:nvSpPr>
        <p:spPr>
          <a:xfrm>
            <a:off x="6900" y="-881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 control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282" name="Google Shape;282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325" y="169750"/>
            <a:ext cx="6817675" cy="49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4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ALU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3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bus tips (1)</a:t>
            </a:r>
            <a:endParaRPr/>
          </a:p>
        </p:txBody>
      </p:sp>
      <p:sp>
        <p:nvSpPr>
          <p:cNvPr id="289" name="Google Shape;289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290" name="Google Shape;29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262" y="1093850"/>
            <a:ext cx="5411471" cy="404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4"/>
          <p:cNvSpPr txBox="1">
            <a:spLocks noGrp="1"/>
          </p:cNvSpPr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bus tips (2)</a:t>
            </a:r>
            <a:endParaRPr/>
          </a:p>
        </p:txBody>
      </p:sp>
      <p:sp>
        <p:nvSpPr>
          <p:cNvPr id="296" name="Google Shape;296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297" name="Google Shape;29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4200" y="1246250"/>
            <a:ext cx="6115598" cy="3744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0BD9EB7E11F04EA357E6193B42B320" ma:contentTypeVersion="11" ma:contentTypeDescription="Create a new document." ma:contentTypeScope="" ma:versionID="8f9c07e4a451874118cb5857def06f94">
  <xsd:schema xmlns:xsd="http://www.w3.org/2001/XMLSchema" xmlns:xs="http://www.w3.org/2001/XMLSchema" xmlns:p="http://schemas.microsoft.com/office/2006/metadata/properties" xmlns:ns2="55c32a25-091c-4bf8-97bd-6d87deae368e" xmlns:ns3="43211266-15a2-4273-b298-e1da35e3510c" targetNamespace="http://schemas.microsoft.com/office/2006/metadata/properties" ma:root="true" ma:fieldsID="f58ab503aa9fd46ead416d745539b33d" ns2:_="" ns3:_="">
    <xsd:import namespace="55c32a25-091c-4bf8-97bd-6d87deae368e"/>
    <xsd:import namespace="43211266-15a2-4273-b298-e1da35e351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c32a25-091c-4bf8-97bd-6d87deae3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4681046-6e08-4508-887b-d7ffc39f868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211266-15a2-4273-b298-e1da35e351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ba52b8-3cf6-4dd8-bb6b-c284c0787a6b}" ma:internalName="TaxCatchAll" ma:showField="CatchAllData" ma:web="43211266-15a2-4273-b298-e1da35e351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5c32a25-091c-4bf8-97bd-6d87deae368e">
      <Terms xmlns="http://schemas.microsoft.com/office/infopath/2007/PartnerControls"/>
    </lcf76f155ced4ddcb4097134ff3c332f>
    <TaxCatchAll xmlns="43211266-15a2-4273-b298-e1da35e3510c" xsi:nil="true"/>
  </documentManagement>
</p:properties>
</file>

<file path=customXml/itemProps1.xml><?xml version="1.0" encoding="utf-8"?>
<ds:datastoreItem xmlns:ds="http://schemas.openxmlformats.org/officeDocument/2006/customXml" ds:itemID="{87658325-978C-42EF-B70B-07F2FD846B2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250D31-EF69-4CB3-AD18-1436C1D640C6}">
  <ds:schemaRefs>
    <ds:schemaRef ds:uri="43211266-15a2-4273-b298-e1da35e3510c"/>
    <ds:schemaRef ds:uri="55c32a25-091c-4bf8-97bd-6d87deae3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3051428-18AF-476D-ABF7-7E7746D10FD6}">
  <ds:schemaRefs>
    <ds:schemaRef ds:uri="43211266-15a2-4273-b298-e1da35e3510c"/>
    <ds:schemaRef ds:uri="55c32a25-091c-4bf8-97bd-6d87deae368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Ekran Gösterisi (16:9)</PresentationFormat>
  <Slides>28</Slides>
  <Notes>28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28</vt:i4>
      </vt:variant>
    </vt:vector>
  </HeadingPairs>
  <TitlesOfParts>
    <vt:vector size="29" baseType="lpstr">
      <vt:lpstr>Beach Day</vt:lpstr>
      <vt:lpstr>Let's get back to what's most important</vt:lpstr>
      <vt:lpstr>So, we need to learn how to perform arithmetic operations</vt:lpstr>
      <vt:lpstr>Decimal ↔ binary conversions</vt:lpstr>
      <vt:lpstr>Addition</vt:lpstr>
      <vt:lpstr>Overflow, Carry (out, in)</vt:lpstr>
      <vt:lpstr>Half Adder</vt:lpstr>
      <vt:lpstr>Let’s solve the problem one step by step</vt:lpstr>
      <vt:lpstr>Full Adder!</vt:lpstr>
      <vt:lpstr>Full Adder: can we reuse smth?</vt:lpstr>
      <vt:lpstr>Full Adder scheme</vt:lpstr>
      <vt:lpstr>What about the case of more bits?</vt:lpstr>
      <vt:lpstr>Carry propagate adder (Ripple-Carry Adder)</vt:lpstr>
      <vt:lpstr>We're not going to die in optimisations!</vt:lpstr>
      <vt:lpstr>Subtraction</vt:lpstr>
      <vt:lpstr>Two's complement</vt:lpstr>
      <vt:lpstr>Subtractor</vt:lpstr>
      <vt:lpstr>Multiplication and division</vt:lpstr>
      <vt:lpstr>A bunch of stuff for addition, AND, OR, is cool…</vt:lpstr>
      <vt:lpstr>Expectation</vt:lpstr>
      <vt:lpstr>Reality</vt:lpstr>
      <vt:lpstr>Input values</vt:lpstr>
      <vt:lpstr>Output value</vt:lpstr>
      <vt:lpstr>Control</vt:lpstr>
      <vt:lpstr>Flags</vt:lpstr>
      <vt:lpstr>ALU control inputs</vt:lpstr>
      <vt:lpstr>ALU implementation</vt:lpstr>
      <vt:lpstr>Useful bus tips (1)</vt:lpstr>
      <vt:lpstr>Useful bus tips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</cp:revision>
  <dcterms:modified xsi:type="dcterms:W3CDTF">2025-07-25T12:44:13Z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0x010100760BD9EB7E11F04EA357E6193B42B320</vt:lpwstr>
  </property>
  <property fmtid="{D5CDD505-2E9C-101B-9397-08002B2CF9AE}" pid="3" name="MediaServiceImageTags">
    <vt:lpwstr/>
  </property>
</Properties>
</file>